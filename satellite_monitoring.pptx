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6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5221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457200"/>
            <a:ext cx="3200400" cy="3200400"/>
          </a:xfrm>
          <a:prstGeom prst="ellipse">
            <a:avLst/>
          </a:prstGeom>
          <a:solidFill>
            <a:srgbClr val="0D1B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005840"/>
            <a:ext cx="2103120" cy="2103120"/>
          </a:xfrm>
          <a:prstGeom prst="ellipse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1463040"/>
            <a:ext cx="1188720" cy="1188720"/>
          </a:xfrm>
          <a:prstGeom prst="ellips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37960" y="178308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2011680" cy="292608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</a:rPr>
              <a:t>РНИИРС ·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Веб-платформа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мониторинга пролётов спутников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онлайн-сервиса для визуализации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анализа орбитальных данных на основе TLE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</a:rPr>
              <a:t>React  ·  FastAPI  ·  Leaflet.js  ·  satellite.js  ·  CelesTrak TLE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задачи проекта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solidFill>
            <a:srgbClr val="1E3A5F">
              <a:alpha val="8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Создать прототип онлайн-сервиса для визуализации пролётов спутников и анализа орбитальных данных на основе TLE (Two-Line Element Set)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420624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6596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0208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Интерактивная карта Земли (2D)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2951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Отображение спутников в реальном времени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0" y="1965960"/>
            <a:ext cx="420624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96596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20208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TLE-данными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40680" y="22951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Загрузка, парсинг, обновление позиций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420624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8892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2843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Фильтрация и группировка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31181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назначению, оператору, типу орбиты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2788920"/>
            <a:ext cx="420624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78892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🛰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40680" y="2843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спутника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40680" y="31181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орбиты, координаты, пролёты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420624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6118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⏱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51560" y="3666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временем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" y="39410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Симуляция с перемоткой вперёд/назад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3611880"/>
            <a:ext cx="420624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6118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📂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40680" y="3666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Свои TLE-данные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40680" y="39410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из файла или по URL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системы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51760" cy="3840480"/>
          </a:xfrm>
          <a:prstGeom prst="rect">
            <a:avLst/>
          </a:prstGeom>
          <a:solidFill>
            <a:srgbClr val="111827"/>
          </a:solidFill>
          <a:ln w="2540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265176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237744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237744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(карта)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788920"/>
            <a:ext cx="237744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88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satellite.js (SGP4)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474720"/>
            <a:ext cx="237744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474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0" y="868680"/>
            <a:ext cx="2651760" cy="3840480"/>
          </a:xfrm>
          <a:prstGeom prst="rect">
            <a:avLst/>
          </a:prstGeom>
          <a:solidFill>
            <a:srgbClr val="111827"/>
          </a:solidFill>
          <a:ln w="2540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0" y="868680"/>
            <a:ext cx="265176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868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11880" y="1417320"/>
            <a:ext cx="237744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1417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11880" y="2103120"/>
            <a:ext cx="237744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sgp4 library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11880" y="2788920"/>
            <a:ext cx="237744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2788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 (запросы)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11880" y="3474720"/>
            <a:ext cx="237744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3474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cache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0" y="868680"/>
            <a:ext cx="2651760" cy="3840480"/>
          </a:xfrm>
          <a:prstGeom prst="rect">
            <a:avLst/>
          </a:prstGeom>
          <a:solidFill>
            <a:srgbClr val="111827"/>
          </a:solidFill>
          <a:ln w="254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83680" y="868680"/>
            <a:ext cx="265176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868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20840" y="1417320"/>
            <a:ext cx="237744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1417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CelesTrak API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20840" y="2103120"/>
            <a:ext cx="237744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TLE Groups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20840" y="2788920"/>
            <a:ext cx="237744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2788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Свои файлы .txt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20840" y="3474720"/>
            <a:ext cx="237744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3474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группировок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017520" y="2834640"/>
            <a:ext cx="457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6126480" y="2834640"/>
            <a:ext cx="457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3017520" y="2606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CA3AF"/>
                </a:solidFill>
              </a:rPr>
              <a:t>REST API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126480" y="2606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CA3AF"/>
                </a:solidFill>
              </a:rPr>
              <a:t>HTTP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технологии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54864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1051560"/>
            <a:ext cx="777240" cy="22860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10515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B981"/>
                </a:solidFill>
              </a:rPr>
              <a:t>Frontend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48640" y="10332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Компонентный UI, горячая перезагрузка, быстрая сборка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2062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960120"/>
            <a:ext cx="54864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1051560"/>
            <a:ext cx="777240" cy="22860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10515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B981"/>
                </a:solidFill>
              </a:rPr>
              <a:t>Frontend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937760" y="10332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3716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Интерактивная 2D карта, маркеры, полилинии, слои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194560"/>
            <a:ext cx="42062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194560"/>
            <a:ext cx="54864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0" y="2286000"/>
            <a:ext cx="777240" cy="22860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22860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B981"/>
                </a:solidFill>
              </a:rPr>
              <a:t>Frontend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48640" y="22677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satellite.js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260604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SGP4/SDP4 алгоритм — расчёт позиций из TLE в реальном времени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194560"/>
            <a:ext cx="42062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194560"/>
            <a:ext cx="54864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0" y="2286000"/>
            <a:ext cx="777240" cy="228600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22860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B82F6"/>
                </a:solidFill>
              </a:rPr>
              <a:t>Backend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937760" y="22677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260604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Асинхронный Python backend, автодокументация Swagger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429000"/>
            <a:ext cx="42062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429000"/>
            <a:ext cx="54864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0" y="3520440"/>
            <a:ext cx="777240" cy="228600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0" y="35204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B82F6"/>
                </a:solidFill>
              </a:rPr>
              <a:t>Backend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48640" y="35021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sgp4 (Python)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" y="38404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Точный расчёт орбит, конвертация ECI → lat/lon/alt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429000"/>
            <a:ext cx="42062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429000"/>
            <a:ext cx="54864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0" y="3520440"/>
            <a:ext cx="777240" cy="22860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0" y="35204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</a:rPr>
              <a:t>Данные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937760" y="35021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CelesTrak API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937760" y="38404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Актуальные TLE данных для 20+ групп спутников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Реализованный функционал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20040" cy="3291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 rot="16200000">
            <a:off x="365760" y="868680"/>
            <a:ext cx="320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A0E1A"/>
                </a:solidFill>
              </a:rPr>
              <a:t>ОСНОВНЫЕ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22960" y="932688"/>
            <a:ext cx="7955280" cy="530352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932688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9601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Тёмная карта Земли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25880" y="12161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CartoDB Dark Matter тема, масштабирование 2-10x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2960" y="1554480"/>
            <a:ext cx="7955280" cy="530352"/>
          </a:xfrm>
          <a:prstGeom prst="rect">
            <a:avLst/>
          </a:prstGeom>
          <a:solidFill>
            <a:srgbClr val="0F1929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554480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15819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Спутники в реальном времени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25880" y="183794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позиций каждые 5 секунд, 50-500 объектов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2960" y="2176272"/>
            <a:ext cx="7955280" cy="530352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176272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22037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Мультиселект группировок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25880" y="245973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Назначение / навигация / оператор — можно выбрать несколько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22960" y="2798064"/>
            <a:ext cx="7955280" cy="530352"/>
          </a:xfrm>
          <a:prstGeom prst="rect">
            <a:avLst/>
          </a:prstGeom>
          <a:solidFill>
            <a:srgbClr val="0F1929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798064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28254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 по орбите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25880" y="3081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/ MEO / GEO с цветовой легендой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22960" y="3419856"/>
            <a:ext cx="7955280" cy="530352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419856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ℹ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34472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спутника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25880" y="3703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NORAD ID, орбита, высота, период, координаты, пролёт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4251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⭐ Дополнительно: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31720" y="4224528"/>
            <a:ext cx="1645920" cy="27432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31720" y="4224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</a:rPr>
              <a:t>Трек орбиты при клике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069080" y="4224528"/>
            <a:ext cx="1645920" cy="27432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69080" y="4224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</a:rPr>
              <a:t>Зона радиовидимости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806440" y="4224528"/>
            <a:ext cx="1645920" cy="27432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06440" y="4224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</a:rPr>
              <a:t>Таймлайн ×1/5/10/60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543800" y="4224528"/>
            <a:ext cx="1645920" cy="27432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43800" y="4224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</a:rPr>
              <a:t>Свои TLE (URL/файл)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TLE-данных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206240" cy="1371600"/>
          </a:xfrm>
          <a:prstGeom prst="rect">
            <a:avLst/>
          </a:prstGeom>
          <a:solidFill>
            <a:srgbClr val="0D1117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Формат TLE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 (ZARYA)
</a:t>
            </a: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25544U 98067A   26080.50000000  .00001764  00000-0  40058-4 0  9993
</a:t>
            </a:r>
            <a:r>
              <a:rPr lang="en-US" sz="7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2 25544  51.6400 208.9163 0003223  88.7428 271.4170 15.50377579413314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846320" y="868680"/>
            <a:ext cx="1920240" cy="105156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19472" y="941832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9472" y="941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21808" y="960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56048" y="128016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CelesTrak API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групп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 1 час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903720" y="868680"/>
            <a:ext cx="1920240" cy="1051560"/>
          </a:xfrm>
          <a:prstGeom prst="rect">
            <a:avLst/>
          </a:prstGeom>
          <a:solidFill>
            <a:srgbClr val="111827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76872" y="941832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76872" y="941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79208" y="960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Парсинг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13448" y="128016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Позиция символов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Высота орбиты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LEO/MEO/GEO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2103120"/>
            <a:ext cx="1920240" cy="10515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19472" y="217627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21808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SGP4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56048" y="251460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ECI координаты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Поправка GST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 / Lon / Alt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03720" y="2103120"/>
            <a:ext cx="1920240" cy="1051560"/>
          </a:xfrm>
          <a:prstGeom prst="rect">
            <a:avLst/>
          </a:prstGeom>
          <a:solidFill>
            <a:srgbClr val="111827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76872" y="2176272"/>
            <a:ext cx="347472" cy="3474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76872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79208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13448" y="251460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Маркер на карте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5 сек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Клик → детали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92040" y="2331720"/>
            <a:ext cx="0" cy="320040"/>
          </a:xfrm>
          <a:prstGeom prst="line">
            <a:avLst/>
          </a:prstGeom>
          <a:noFill/>
          <a:ln w="19050">
            <a:solidFill>
              <a:srgbClr val="374151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949440" y="2331720"/>
            <a:ext cx="0" cy="320040"/>
          </a:xfrm>
          <a:prstGeom prst="line">
            <a:avLst/>
          </a:prstGeom>
          <a:noFill/>
          <a:ln w="19050">
            <a:solidFill>
              <a:srgbClr val="374151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365760" y="2423160"/>
            <a:ext cx="4206240" cy="1554480"/>
          </a:xfrm>
          <a:prstGeom prst="rect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4871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Производительность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2834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 по зуму: 50 → 500 спутников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3108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useRef вместо useState для позиций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3383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Маркеры переиспользуются (setLatLng)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657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Параллельная загрузка групп (Promise.all)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и потенциал развития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920240" cy="86868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869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3441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 спутников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868680"/>
            <a:ext cx="1920240" cy="86868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8869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3441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объектов на карте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1920240" cy="86868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8869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SGP4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0" y="13441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точный алгоритм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0" y="868680"/>
            <a:ext cx="1920240" cy="86868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8869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675120" y="13441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своих TLE файлов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1920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Реализовано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920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Потенциал развития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2331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Интерактивная карта с тёмной темой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26791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Мультиселект 20+ групп спутников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02666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 орбиты и зона радиовидимости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37413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Таймлайн с симуляцией времени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7216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спутника с расчётом пролёта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069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TLE из файла и по URL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2331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3D-визуализация орбит (Three.js)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26791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Push-уведомления о пролётах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302666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группировок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337413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покрытия регионов (ДЗЗ)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37216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Авторизация и сохранение настроек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4069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Мобильная версия приложения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</a:rPr>
              <a:t>РНИИРС · Ростов-на-Дону · 2026  |  sourcecraft.dev</a:t>
            </a:r>
            <a:endParaRPr lang="en-US" sz="1000" dirty="0"/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750" y="1996440"/>
            <a:ext cx="1769364" cy="176936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407154" y="3765542"/>
            <a:ext cx="1279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SourceCraft</a:t>
            </a:r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489</Words>
  <Application>Microsoft Office PowerPoint</Application>
  <PresentationFormat>Экран (16:9)</PresentationFormat>
  <Paragraphs>145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Веб-платформа мониторинга пролётов спутников</dc:title>
  <dc:subject>PptxGenJS Presentation</dc:subject>
  <dc:creator>PptxGenJS</dc:creator>
  <cp:lastModifiedBy>Макар Матиевский</cp:lastModifiedBy>
  <cp:revision>2</cp:revision>
  <dcterms:created xsi:type="dcterms:W3CDTF">2026-03-21T14:47:03Z</dcterms:created>
  <dcterms:modified xsi:type="dcterms:W3CDTF">2026-03-21T15:23:04Z</dcterms:modified>
</cp:coreProperties>
</file>