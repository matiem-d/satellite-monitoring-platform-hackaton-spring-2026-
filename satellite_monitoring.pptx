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57200"/>
            <a:ext cx="3200400" cy="3200400"/>
          </a:xfrm>
          <a:prstGeom prst="ellipse">
            <a:avLst/>
          </a:prstGeom>
          <a:solidFill>
            <a:srgbClr val="0D1B2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1005840"/>
            <a:ext cx="2103120" cy="2103120"/>
          </a:xfrm>
          <a:prstGeom prst="ellipse">
            <a:avLst/>
          </a:prstGeom>
          <a:solidFill>
            <a:srgbClr val="065A82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0" y="1463040"/>
            <a:ext cx="1188720" cy="1188720"/>
          </a:xfrm>
          <a:prstGeom prst="ellipse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37960" y="17830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05840"/>
            <a:ext cx="2011680" cy="292608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РНИИРС ·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Веб-платформа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мониторинга пролётов спутников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онлайн-сервиса для визуализации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анализа орбитальных данных на основе TLE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React  ·  FastAPI  ·  Leaflet.js  ·  satellite.js  ·  CelesTrak TLE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914400"/>
          </a:xfrm>
          <a:prstGeom prst="rect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8686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Создать прототип онлайн-сервиса для визуализации пролётов спутников и анализа орбитальных данных на основе TLE (Two-Line Element Set)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42062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6596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0208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карта Земли (2D)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295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Отображение спутников в реальном времени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46320" y="1965960"/>
            <a:ext cx="42062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96596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40680" y="20208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TLE-данными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40680" y="2295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Загрузка, парсинг, обновление позиций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42062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7889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51560" y="28437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Фильтрация и группировка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31181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назначению, оператору, типу орбиты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46320" y="2788920"/>
            <a:ext cx="42062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7889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40680" y="28437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спутника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40680" y="31181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орбиты, координаты, пролёты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42062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6118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51560" y="36667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временем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" y="39410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Симуляция с перемоткой вперёд/назад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46320" y="3611880"/>
            <a:ext cx="42062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6118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📂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40680" y="36667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TLE-данные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40680" y="39410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из файла или по URL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системы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3840480"/>
          </a:xfrm>
          <a:prstGeom prst="rect">
            <a:avLst/>
          </a:prstGeom>
          <a:solidFill>
            <a:srgbClr val="111827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265176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(карта)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7889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satellite.js (SGP4)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4747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0" y="868680"/>
            <a:ext cx="2651760" cy="3840480"/>
          </a:xfrm>
          <a:prstGeom prst="rect">
            <a:avLst/>
          </a:prstGeom>
          <a:solidFill>
            <a:srgbClr val="111827"/>
          </a:solidFill>
          <a:ln w="254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0" y="868680"/>
            <a:ext cx="2651760" cy="411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0" y="868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11880" y="14173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1417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11880" y="21031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188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sgp4 library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11880" y="27889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httpx (запросы)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11880" y="34747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cache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0" y="868680"/>
            <a:ext cx="2651760" cy="3840480"/>
          </a:xfrm>
          <a:prstGeom prst="rect">
            <a:avLst/>
          </a:prstGeom>
          <a:solidFill>
            <a:srgbClr val="111827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83680" y="868680"/>
            <a:ext cx="265176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868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20840" y="14173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1417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CelesTrak API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20840" y="21031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TLE Groups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20840" y="27889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084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 файлы .txt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20840" y="3474720"/>
            <a:ext cx="237744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группировок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017520" y="2834640"/>
            <a:ext cx="45720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126480" y="2834640"/>
            <a:ext cx="4572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3017520" y="26060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</a:rPr>
              <a:t>REST API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26480" y="26060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</a:rPr>
              <a:t>HTTP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технологии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206240" cy="1005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54864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1051560"/>
            <a:ext cx="777240" cy="22860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0" y="10515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</a:rPr>
              <a:t>Frontend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48640" y="10332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Компонентный UI, горячая перезагрузка, быстрая сборка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4206240" cy="1005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960120"/>
            <a:ext cx="54864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0" y="1051560"/>
            <a:ext cx="777240" cy="22860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10515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</a:rPr>
              <a:t>Frontend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10332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37160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2D карта, маркеры, полилинии, слои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94560"/>
            <a:ext cx="4206240" cy="1005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194560"/>
            <a:ext cx="54864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2286000"/>
            <a:ext cx="777240" cy="228600"/>
          </a:xfrm>
          <a:prstGeom prst="rect">
            <a:avLst/>
          </a:prstGeom>
          <a:solidFill>
            <a:srgbClr val="10B981">
              <a:alpha val="2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28600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</a:rPr>
              <a:t>Frontend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22677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satellite.js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26060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SGP4/SDP4 алгоритм — расчёт позиций из TLE в реальном времени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2194560"/>
            <a:ext cx="4206240" cy="1005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2194560"/>
            <a:ext cx="54864" cy="10058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2286000"/>
            <a:ext cx="777240" cy="228600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228600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B82F6"/>
                </a:solidFill>
              </a:rPr>
              <a:t>Backend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937760" y="22677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37760" y="26060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Асинхронный Python backend, автодокументация Swagger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429000"/>
            <a:ext cx="4206240" cy="1005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429000"/>
            <a:ext cx="54864" cy="10058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3520440"/>
            <a:ext cx="777240" cy="228600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35204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B82F6"/>
                </a:solidFill>
              </a:rPr>
              <a:t>Backend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48640" y="35021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sgp4 (Python)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38404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расчёт орбит, конвертация ECI → lat/lon/alt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429000"/>
            <a:ext cx="4206240" cy="1005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3429000"/>
            <a:ext cx="54864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0" y="3520440"/>
            <a:ext cx="777240" cy="228600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0" y="35204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</a:rPr>
              <a:t>Данные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937760" y="35021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CelesTrak API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937760" y="38404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Актуальные TLE данных для 20+ групп спутников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Реализованный функционал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320040" cy="3291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 rot="16200000">
            <a:off x="365760" y="868680"/>
            <a:ext cx="320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A0E1A"/>
                </a:solidFill>
              </a:rPr>
              <a:t>ОСНОВНЫЕ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22960" y="932688"/>
            <a:ext cx="795528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932688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960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карта Земли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12161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CartoDB Dark Matter тема, масштабирование 2-10x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1554480"/>
            <a:ext cx="7955280" cy="530352"/>
          </a:xfrm>
          <a:prstGeom prst="rect">
            <a:avLst/>
          </a:prstGeom>
          <a:solidFill>
            <a:srgbClr val="0F1929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554480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1581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Спутники в реальном времени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25880" y="183794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позиций каждые 5 секунд, 50-500 объектов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22960" y="2176272"/>
            <a:ext cx="795528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176272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22037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Мультиселект группировок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25880" y="245973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Назначение / навигация / оператор — можно выбрать несколько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22960" y="2798064"/>
            <a:ext cx="7955280" cy="530352"/>
          </a:xfrm>
          <a:prstGeom prst="rect">
            <a:avLst/>
          </a:prstGeom>
          <a:solidFill>
            <a:srgbClr val="0F1929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798064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2825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по орбите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25880" y="3081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/ MEO / GEO с цветовой легендой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22960" y="3419856"/>
            <a:ext cx="7955280" cy="530352"/>
          </a:xfrm>
          <a:prstGeom prst="rect">
            <a:avLst/>
          </a:prstGeom>
          <a:solidFill>
            <a:srgbClr val="111827"/>
          </a:solidFill>
          <a:ln w="6350">
            <a:solidFill>
              <a:srgbClr val="3741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3419856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ℹ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447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спутника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703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 ID, орбита, высота, период, координаты, пролёт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⭐ Дополнительно: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331720" y="4224528"/>
            <a:ext cx="1645920" cy="27432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31720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Трек орбиты при клике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069080" y="4224528"/>
            <a:ext cx="1645920" cy="27432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69080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Зона радиовидимости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806440" y="4224528"/>
            <a:ext cx="1645920" cy="27432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06440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Таймлайн ×1/5/10/60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543800" y="4224528"/>
            <a:ext cx="1645920" cy="27432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43800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Свои TLE (URL/файл)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TLE-данных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206240" cy="1371600"/>
          </a:xfrm>
          <a:prstGeom prst="rect">
            <a:avLst/>
          </a:prstGeom>
          <a:solidFill>
            <a:srgbClr val="0D1117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Формат TLE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 (ZARYA)
</a:t>
            </a:r>
            <a:pPr indent="0" marL="0">
              <a:buNone/>
            </a:pPr>
            <a:r>
              <a:rPr lang="en-US" sz="7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25544U 98067A   26080.50000000  .00001764  00000-0  40058-4 0  9993
</a:t>
            </a:r>
            <a:pPr indent="0" marL="0">
              <a:buNone/>
            </a:pPr>
            <a:r>
              <a:rPr lang="en-US" sz="75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2 25544  51.6400 208.9163 0003223  88.7428 271.4170 15.50377579413314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846320" y="868680"/>
            <a:ext cx="1920240" cy="105156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19472" y="941832"/>
            <a:ext cx="347472" cy="3474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9472" y="941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A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21808" y="960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56048" y="1280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CelesTrak API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групп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Кэш 1 час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903720" y="868680"/>
            <a:ext cx="1920240" cy="1051560"/>
          </a:xfrm>
          <a:prstGeom prst="rect">
            <a:avLst/>
          </a:prstGeom>
          <a:solidFill>
            <a:srgbClr val="111827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76872" y="941832"/>
            <a:ext cx="347472" cy="34747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941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A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79208" y="960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13448" y="128016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Позиция символов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Высота орбиты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LEO/MEO/GEO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2103120"/>
            <a:ext cx="1920240" cy="1051560"/>
          </a:xfrm>
          <a:prstGeom prst="rect">
            <a:avLst/>
          </a:prstGeom>
          <a:solidFill>
            <a:srgbClr val="11182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2176272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A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21808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SGP4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56048" y="25146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 координаты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Поправка GST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 / Lon / Alt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2103120"/>
            <a:ext cx="1920240" cy="1051560"/>
          </a:xfrm>
          <a:prstGeom prst="rect">
            <a:avLst/>
          </a:prstGeom>
          <a:solidFill>
            <a:srgbClr val="111827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76872" y="2176272"/>
            <a:ext cx="347472" cy="347472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7687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E1A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79208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13448" y="25146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 на карте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 5 сек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→ детали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92040" y="2331720"/>
            <a:ext cx="0" cy="320040"/>
          </a:xfrm>
          <a:prstGeom prst="line">
            <a:avLst/>
          </a:prstGeom>
          <a:noFill/>
          <a:ln w="19050">
            <a:solidFill>
              <a:srgbClr val="37415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949440" y="2331720"/>
            <a:ext cx="0" cy="320040"/>
          </a:xfrm>
          <a:prstGeom prst="line">
            <a:avLst/>
          </a:prstGeom>
          <a:noFill/>
          <a:ln w="19050">
            <a:solidFill>
              <a:srgbClr val="37415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65760" y="2423160"/>
            <a:ext cx="4206240" cy="1554480"/>
          </a:xfrm>
          <a:prstGeom prst="rect">
            <a:avLst/>
          </a:prstGeom>
          <a:solidFill>
            <a:srgbClr val="1E3A5F">
              <a:alpha val="7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487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Производительность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2834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 по зуму: 50 → 500 спутников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useRef вместо useState для позиций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33832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Маркеры переиспользуются (setLatLng)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657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Параллельная загрузка групп (Promise.all)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и потенциал развития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920240" cy="86868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86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3441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 спутников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68880" y="868680"/>
            <a:ext cx="1920240" cy="86868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886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13441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объектов на карте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868680"/>
            <a:ext cx="1920240" cy="86868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886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SGP4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0" y="13441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алгоритм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75120" y="868680"/>
            <a:ext cx="1920240" cy="868680"/>
          </a:xfrm>
          <a:prstGeom prst="rect">
            <a:avLst/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886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75120" y="13441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своих TLE файлов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1920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Реализовано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1920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Потенциал развития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2331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карта с тёмной темой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2679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Мультиселект 20+ групп спутников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0266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орбиты и зона радиовидимости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337413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с симуляцией времени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3721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спутника с расчётом пролёта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069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TLE из файла и по URL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331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3D-визуализация орбит (Three.js)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2679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Push-уведомления о пролётах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0266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группировок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0" y="337413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покрытия регионов (ДЗЗ)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54880" y="3721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Авторизация и сохранение настроек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4069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версия приложения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РНИИРС · Ростов-на-Дону · 2026  |  sourcecraft.dev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Веб-платформа мониторинга пролётов спутников</dc:title>
  <dc:subject>PptxGenJS Presentation</dc:subject>
  <dc:creator>PptxGenJS</dc:creator>
  <cp:lastModifiedBy>PptxGenJS</cp:lastModifiedBy>
  <cp:revision>1</cp:revision>
  <dcterms:created xsi:type="dcterms:W3CDTF">2026-03-21T14:47:03Z</dcterms:created>
  <dcterms:modified xsi:type="dcterms:W3CDTF">2026-03-21T14:47:03Z</dcterms:modified>
</cp:coreProperties>
</file>